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710852" y="3023145"/>
            <a:ext cx="35291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710852" y="4434813"/>
            <a:ext cx="35291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457791" y="4434813"/>
            <a:ext cx="35291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57791" y="3023145"/>
            <a:ext cx="2099857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557648" y="3023145"/>
            <a:ext cx="0" cy="705834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204731" y="4434813"/>
            <a:ext cx="352917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557648" y="3728979"/>
            <a:ext cx="0" cy="705834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28130" y="3728979"/>
            <a:ext cx="335271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69195" y="3728979"/>
            <a:ext cx="335271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10259" y="3728979"/>
            <a:ext cx="335272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60780" y="2502592"/>
            <a:ext cx="0" cy="247042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760780" y="2502592"/>
            <a:ext cx="6996583" cy="0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757363" y="2502592"/>
            <a:ext cx="0" cy="952876"/>
          </a:xfrm>
          <a:prstGeom prst="line">
            <a:avLst/>
          </a:prstGeom>
          <a:ln w="16510">
            <a:solidFill>
              <a:srgbClr val="6E8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8600" y="2749634"/>
            <a:ext cx="1482252" cy="547021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P5/32 backbone output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512, 15, 15)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4161303"/>
            <a:ext cx="1482252" cy="547021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P4/16 backbone output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256, 30, 30)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63769" y="2749634"/>
            <a:ext cx="1394022" cy="547021"/>
          </a:xfrm>
          <a:prstGeom prst="roundRect">
            <a:avLst>
              <a:gd name="adj" fmla="val 16000"/>
            </a:avLst>
          </a:prstGeom>
          <a:solidFill>
            <a:srgbClr val="E0CBEE"/>
          </a:solidFill>
          <a:ln w="13970">
            <a:solidFill>
              <a:srgbClr val="6C4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2142E"/>
                </a:solidFill>
                <a:latin typeface="Helvetica"/>
              </a:rPr>
              <a:t>Query</a:t>
            </a:r>
          </a:p>
          <a:p>
            <a:pPr algn="ctr"/>
            <a:r>
              <a:rPr sz="750" b="1" i="0">
                <a:solidFill>
                  <a:srgbClr val="22142E"/>
                </a:solidFill>
                <a:latin typeface="Helvetica"/>
              </a:rPr>
              <a:t>225 tokens, d=512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63769" y="4161303"/>
            <a:ext cx="1394022" cy="547021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256 to 512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0709" y="4161303"/>
            <a:ext cx="1394022" cy="547021"/>
          </a:xfrm>
          <a:prstGeom prst="roundRect">
            <a:avLst>
              <a:gd name="adj" fmla="val 16000"/>
            </a:avLst>
          </a:prstGeom>
          <a:solidFill>
            <a:srgbClr val="E0CBEE"/>
          </a:solidFill>
          <a:ln w="13970">
            <a:solidFill>
              <a:srgbClr val="6C4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2142E"/>
                </a:solidFill>
                <a:latin typeface="Helvetica"/>
              </a:rPr>
              <a:t>Key and Value</a:t>
            </a:r>
          </a:p>
          <a:p>
            <a:pPr algn="ctr"/>
            <a:r>
              <a:rPr sz="750" b="1" i="0">
                <a:solidFill>
                  <a:srgbClr val="22142E"/>
                </a:solidFill>
                <a:latin typeface="Helvetica"/>
              </a:rPr>
              <a:t>900 tokens, d=512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57648" y="3455468"/>
            <a:ext cx="1570481" cy="547021"/>
          </a:xfrm>
          <a:prstGeom prst="roundRect">
            <a:avLst>
              <a:gd name="adj" fmla="val 16000"/>
            </a:avLst>
          </a:prstGeom>
          <a:solidFill>
            <a:srgbClr val="F8D79A"/>
          </a:solidFill>
          <a:ln w="13970">
            <a:solidFill>
              <a:srgbClr val="C089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32508"/>
                </a:solidFill>
                <a:latin typeface="Helvetica"/>
              </a:rPr>
              <a:t>Scaled dot-product</a:t>
            </a:r>
          </a:p>
          <a:p>
            <a:pPr algn="ctr"/>
            <a:r>
              <a:rPr sz="750" b="1" i="0">
                <a:solidFill>
                  <a:srgbClr val="332508"/>
                </a:solidFill>
                <a:latin typeface="Helvetica"/>
              </a:rPr>
              <a:t>attention, h=8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63401" y="3455468"/>
            <a:ext cx="1305793" cy="547021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Output projection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4466" y="3455468"/>
            <a:ext cx="1305793" cy="547021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Add and LayerNorm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45531" y="3455468"/>
            <a:ext cx="1217564" cy="547021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512, 15, 15)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2149675"/>
            <a:ext cx="5293757" cy="229396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Cross-attention block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