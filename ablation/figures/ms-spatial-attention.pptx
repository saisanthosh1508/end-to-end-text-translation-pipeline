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248967"/>
            <a:ext cx="11734495" cy="4360064"/>
          </a:xfrm>
          <a:prstGeom prst="roundRect">
            <a:avLst>
              <a:gd name="adj" fmla="val 16000"/>
            </a:avLst>
          </a:prstGeom>
          <a:solidFill>
            <a:srgbClr val="FDFDFE"/>
          </a:solidFill>
          <a:ln w="17780">
            <a:solidFill>
              <a:srgbClr val="7E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89610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2148463" y="2783064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789610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48463" y="3500770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565933" y="2783064"/>
            <a:ext cx="340910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906843" y="2783064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65933" y="4218476"/>
            <a:ext cx="340910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906843" y="3500770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34600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05055" y="2065358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05055" y="2065358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234600" y="3500770"/>
            <a:ext cx="340910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34600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05055" y="3500770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05055" y="4936182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92980" y="2065358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63435" y="2065358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163435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92980" y="3500770"/>
            <a:ext cx="340910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92980" y="4936182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163435" y="3500770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63435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46571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71697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43231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25732" y="3778881"/>
            <a:ext cx="0" cy="1596896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5732" y="5375777"/>
            <a:ext cx="8711158" cy="0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836890" y="3707111"/>
            <a:ext cx="0" cy="1668666"/>
          </a:xfrm>
          <a:prstGeom prst="line">
            <a:avLst/>
          </a:prstGeom>
          <a:ln w="19050">
            <a:solidFill>
              <a:srgbClr val="5C74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61854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Input feature map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C, W, 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463" y="2504953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Mean over channels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1, W, H)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48463" y="3940365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Max over channels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1, W, H)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6843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Concat</a:t>
            </a:r>
          </a:p>
          <a:p>
            <a:pPr algn="ctr"/>
            <a:r>
              <a:rPr sz="750" b="1" i="0">
                <a:solidFill>
                  <a:srgbClr val="2E2410"/>
                </a:solidFill>
                <a:latin typeface="Helvetica"/>
              </a:rPr>
              <a:t>(B, 2, W, H)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5510" y="1787247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3x3,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5510" y="3222659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5x5,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75510" y="4658071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7x7,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33890" y="3294430"/>
            <a:ext cx="412681" cy="412681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05424" y="3222659"/>
            <a:ext cx="1166272" cy="556222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Sigmoid</a:t>
            </a:r>
          </a:p>
          <a:p>
            <a:pPr algn="ctr"/>
            <a:r>
              <a:rPr sz="750" b="1" i="0">
                <a:solidFill>
                  <a:srgbClr val="182513"/>
                </a:solidFill>
                <a:latin typeface="Helvetica"/>
              </a:rPr>
              <a:t>(B, 1, W, H)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30550" y="3294430"/>
            <a:ext cx="412681" cy="412681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02084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C, W, H)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8026" y="1356623"/>
            <a:ext cx="5382795" cy="233254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Multi-scale spatial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